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538" r:id="rId2"/>
    <p:sldId id="532" r:id="rId3"/>
    <p:sldId id="541" r:id="rId4"/>
    <p:sldId id="542" r:id="rId5"/>
    <p:sldId id="543" r:id="rId6"/>
    <p:sldId id="53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6C00"/>
    <a:srgbClr val="4D4D4C"/>
    <a:srgbClr val="343433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5C43C-3A13-4E57-9E05-3DA1BB1F3DEF}" v="4" dt="2025-10-28T17:38:19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dy Dayana Mahecha Ardila" userId="ffdebbef-efbf-467c-a27e-ed0fc5e2526c" providerId="ADAL" clId="{BFEAD3F1-67C6-473A-B216-3979239D7ADD}"/>
    <pc:docChg chg="undo custSel addSld delSld modSld">
      <pc:chgData name="Lady Dayana Mahecha Ardila" userId="ffdebbef-efbf-467c-a27e-ed0fc5e2526c" providerId="ADAL" clId="{BFEAD3F1-67C6-473A-B216-3979239D7ADD}" dt="2025-10-28T17:40:32.898" v="328" actId="1076"/>
      <pc:docMkLst>
        <pc:docMk/>
      </pc:docMkLst>
      <pc:sldChg chg="del">
        <pc:chgData name="Lady Dayana Mahecha Ardila" userId="ffdebbef-efbf-467c-a27e-ed0fc5e2526c" providerId="ADAL" clId="{BFEAD3F1-67C6-473A-B216-3979239D7ADD}" dt="2025-10-28T17:25:09.983" v="241" actId="47"/>
        <pc:sldMkLst>
          <pc:docMk/>
          <pc:sldMk cId="0" sldId="257"/>
        </pc:sldMkLst>
      </pc:sldChg>
      <pc:sldChg chg="modSp mod">
        <pc:chgData name="Lady Dayana Mahecha Ardila" userId="ffdebbef-efbf-467c-a27e-ed0fc5e2526c" providerId="ADAL" clId="{BFEAD3F1-67C6-473A-B216-3979239D7ADD}" dt="2025-10-28T17:40:32.898" v="328" actId="1076"/>
        <pc:sldMkLst>
          <pc:docMk/>
          <pc:sldMk cId="2269292441" sldId="532"/>
        </pc:sldMkLst>
        <pc:spChg chg="mod">
          <ac:chgData name="Lady Dayana Mahecha Ardila" userId="ffdebbef-efbf-467c-a27e-ed0fc5e2526c" providerId="ADAL" clId="{BFEAD3F1-67C6-473A-B216-3979239D7ADD}" dt="2025-10-28T17:40:32.898" v="328" actId="1076"/>
          <ac:spMkLst>
            <pc:docMk/>
            <pc:sldMk cId="2269292441" sldId="532"/>
            <ac:spMk id="2" creationId="{1DCC8480-D22C-2F59-4FB3-55A167552270}"/>
          </ac:spMkLst>
        </pc:spChg>
        <pc:spChg chg="mod">
          <ac:chgData name="Lady Dayana Mahecha Ardila" userId="ffdebbef-efbf-467c-a27e-ed0fc5e2526c" providerId="ADAL" clId="{BFEAD3F1-67C6-473A-B216-3979239D7ADD}" dt="2025-10-28T17:28:12.093" v="296" actId="20577"/>
          <ac:spMkLst>
            <pc:docMk/>
            <pc:sldMk cId="2269292441" sldId="532"/>
            <ac:spMk id="3" creationId="{BB6F714C-A6B0-54AE-507A-D0700714D94B}"/>
          </ac:spMkLst>
        </pc:spChg>
        <pc:spChg chg="mod">
          <ac:chgData name="Lady Dayana Mahecha Ardila" userId="ffdebbef-efbf-467c-a27e-ed0fc5e2526c" providerId="ADAL" clId="{BFEAD3F1-67C6-473A-B216-3979239D7ADD}" dt="2025-10-28T17:01:49.222" v="30" actId="1076"/>
          <ac:spMkLst>
            <pc:docMk/>
            <pc:sldMk cId="2269292441" sldId="532"/>
            <ac:spMk id="6" creationId="{00B61577-3098-EDB0-D6E5-A90F29696388}"/>
          </ac:spMkLst>
        </pc:spChg>
        <pc:spChg chg="mod">
          <ac:chgData name="Lady Dayana Mahecha Ardila" userId="ffdebbef-efbf-467c-a27e-ed0fc5e2526c" providerId="ADAL" clId="{BFEAD3F1-67C6-473A-B216-3979239D7ADD}" dt="2025-10-28T17:01:46.521" v="29" actId="1076"/>
          <ac:spMkLst>
            <pc:docMk/>
            <pc:sldMk cId="2269292441" sldId="532"/>
            <ac:spMk id="7" creationId="{7C9515CA-080D-8354-DF34-08930998FE15}"/>
          </ac:spMkLst>
        </pc:spChg>
        <pc:spChg chg="mod">
          <ac:chgData name="Lady Dayana Mahecha Ardila" userId="ffdebbef-efbf-467c-a27e-ed0fc5e2526c" providerId="ADAL" clId="{BFEAD3F1-67C6-473A-B216-3979239D7ADD}" dt="2025-10-28T17:40:19.231" v="326" actId="1076"/>
          <ac:spMkLst>
            <pc:docMk/>
            <pc:sldMk cId="2269292441" sldId="532"/>
            <ac:spMk id="10" creationId="{C8566429-FF94-6903-2BCB-D12863D8CE0F}"/>
          </ac:spMkLst>
        </pc:spChg>
        <pc:spChg chg="mod">
          <ac:chgData name="Lady Dayana Mahecha Ardila" userId="ffdebbef-efbf-467c-a27e-ed0fc5e2526c" providerId="ADAL" clId="{BFEAD3F1-67C6-473A-B216-3979239D7ADD}" dt="2025-10-28T17:00:58.285" v="2" actId="1076"/>
          <ac:spMkLst>
            <pc:docMk/>
            <pc:sldMk cId="2269292441" sldId="532"/>
            <ac:spMk id="19" creationId="{D45E6BB3-95A3-E055-42F3-7FCF1CDFE149}"/>
          </ac:spMkLst>
        </pc:spChg>
      </pc:sldChg>
      <pc:sldChg chg="modSp mod">
        <pc:chgData name="Lady Dayana Mahecha Ardila" userId="ffdebbef-efbf-467c-a27e-ed0fc5e2526c" providerId="ADAL" clId="{BFEAD3F1-67C6-473A-B216-3979239D7ADD}" dt="2025-10-28T17:28:59.906" v="314" actId="20577"/>
        <pc:sldMkLst>
          <pc:docMk/>
          <pc:sldMk cId="3409726023" sldId="538"/>
        </pc:sldMkLst>
        <pc:spChg chg="mod">
          <ac:chgData name="Lady Dayana Mahecha Ardila" userId="ffdebbef-efbf-467c-a27e-ed0fc5e2526c" providerId="ADAL" clId="{BFEAD3F1-67C6-473A-B216-3979239D7ADD}" dt="2025-10-28T17:28:59.906" v="314" actId="20577"/>
          <ac:spMkLst>
            <pc:docMk/>
            <pc:sldMk cId="3409726023" sldId="538"/>
            <ac:spMk id="2" creationId="{FEB1AD77-28C3-7E42-865B-A299EA9A12BD}"/>
          </ac:spMkLst>
        </pc:spChg>
      </pc:sldChg>
      <pc:sldChg chg="addSp delSp modSp mod setBg modClrScheme setClrOvrMap delDesignElem chgLayout">
        <pc:chgData name="Lady Dayana Mahecha Ardila" userId="ffdebbef-efbf-467c-a27e-ed0fc5e2526c" providerId="ADAL" clId="{BFEAD3F1-67C6-473A-B216-3979239D7ADD}" dt="2025-10-28T17:28:26.751" v="302" actId="108"/>
        <pc:sldMkLst>
          <pc:docMk/>
          <pc:sldMk cId="1864228066" sldId="541"/>
        </pc:sldMkLst>
        <pc:spChg chg="del">
          <ac:chgData name="Lady Dayana Mahecha Ardila" userId="ffdebbef-efbf-467c-a27e-ed0fc5e2526c" providerId="ADAL" clId="{BFEAD3F1-67C6-473A-B216-3979239D7ADD}" dt="2025-10-28T17:11:17.990" v="113" actId="478"/>
          <ac:spMkLst>
            <pc:docMk/>
            <pc:sldMk cId="1864228066" sldId="541"/>
            <ac:spMk id="2" creationId="{15E2EE63-8A15-AFF6-AC31-851C28F90CF6}"/>
          </ac:spMkLst>
        </pc:spChg>
        <pc:spChg chg="del">
          <ac:chgData name="Lady Dayana Mahecha Ardila" userId="ffdebbef-efbf-467c-a27e-ed0fc5e2526c" providerId="ADAL" clId="{BFEAD3F1-67C6-473A-B216-3979239D7ADD}" dt="2025-10-28T17:11:19.507" v="114" actId="478"/>
          <ac:spMkLst>
            <pc:docMk/>
            <pc:sldMk cId="1864228066" sldId="541"/>
            <ac:spMk id="4" creationId="{64D9867B-1474-EF6E-CD02-BF7FE3241B8D}"/>
          </ac:spMkLst>
        </pc:spChg>
        <pc:spChg chg="del mod">
          <ac:chgData name="Lady Dayana Mahecha Ardila" userId="ffdebbef-efbf-467c-a27e-ed0fc5e2526c" providerId="ADAL" clId="{BFEAD3F1-67C6-473A-B216-3979239D7ADD}" dt="2025-10-28T17:11:17.223" v="112" actId="478"/>
          <ac:spMkLst>
            <pc:docMk/>
            <pc:sldMk cId="1864228066" sldId="541"/>
            <ac:spMk id="5" creationId="{5D34D67F-0217-11B8-5313-DB44D8010BCD}"/>
          </ac:spMkLst>
        </pc:spChg>
        <pc:spChg chg="add mod ord">
          <ac:chgData name="Lady Dayana Mahecha Ardila" userId="ffdebbef-efbf-467c-a27e-ed0fc5e2526c" providerId="ADAL" clId="{BFEAD3F1-67C6-473A-B216-3979239D7ADD}" dt="2025-10-28T17:28:26.751" v="302" actId="108"/>
          <ac:spMkLst>
            <pc:docMk/>
            <pc:sldMk cId="1864228066" sldId="541"/>
            <ac:spMk id="7" creationId="{F51D0CCC-F32B-852A-AC80-E60BB4039154}"/>
          </ac:spMkLst>
        </pc:spChg>
        <pc:spChg chg="mod">
          <ac:chgData name="Lady Dayana Mahecha Ardila" userId="ffdebbef-efbf-467c-a27e-ed0fc5e2526c" providerId="ADAL" clId="{BFEAD3F1-67C6-473A-B216-3979239D7ADD}" dt="2025-10-28T17:24:16.031" v="231" actId="26606"/>
          <ac:spMkLst>
            <pc:docMk/>
            <pc:sldMk cId="1864228066" sldId="541"/>
            <ac:spMk id="8" creationId="{62C3FAF0-74C4-281E-945C-571850245A63}"/>
          </ac:spMkLst>
        </pc:spChg>
        <pc:spChg chg="add del">
          <ac:chgData name="Lady Dayana Mahecha Ardila" userId="ffdebbef-efbf-467c-a27e-ed0fc5e2526c" providerId="ADAL" clId="{BFEAD3F1-67C6-473A-B216-3979239D7ADD}" dt="2025-10-28T17:25:47.670" v="243" actId="700"/>
          <ac:spMkLst>
            <pc:docMk/>
            <pc:sldMk cId="1864228066" sldId="541"/>
            <ac:spMk id="13" creationId="{A4AC5506-6312-4701-8D3C-40187889A947}"/>
          </ac:spMkLst>
        </pc:spChg>
        <pc:graphicFrameChg chg="add mod modGraphic">
          <ac:chgData name="Lady Dayana Mahecha Ardila" userId="ffdebbef-efbf-467c-a27e-ed0fc5e2526c" providerId="ADAL" clId="{BFEAD3F1-67C6-473A-B216-3979239D7ADD}" dt="2025-10-28T17:25:35.273" v="242" actId="12385"/>
          <ac:graphicFrameMkLst>
            <pc:docMk/>
            <pc:sldMk cId="1864228066" sldId="541"/>
            <ac:graphicFrameMk id="3" creationId="{8FAB778E-BC2C-32EC-F9CC-1C25E38D776C}"/>
          </ac:graphicFrameMkLst>
        </pc:graphicFrameChg>
        <pc:picChg chg="del">
          <ac:chgData name="Lady Dayana Mahecha Ardila" userId="ffdebbef-efbf-467c-a27e-ed0fc5e2526c" providerId="ADAL" clId="{BFEAD3F1-67C6-473A-B216-3979239D7ADD}" dt="2025-10-28T17:10:20.592" v="31" actId="478"/>
          <ac:picMkLst>
            <pc:docMk/>
            <pc:sldMk cId="1864228066" sldId="541"/>
            <ac:picMk id="6" creationId="{B8617356-927E-793C-5BF5-7D6B82E017FB}"/>
          </ac:picMkLst>
        </pc:picChg>
        <pc:picChg chg="add mod">
          <ac:chgData name="Lady Dayana Mahecha Ardila" userId="ffdebbef-efbf-467c-a27e-ed0fc5e2526c" providerId="ADAL" clId="{BFEAD3F1-67C6-473A-B216-3979239D7ADD}" dt="2025-10-28T17:27:38.492" v="290" actId="14100"/>
          <ac:picMkLst>
            <pc:docMk/>
            <pc:sldMk cId="1864228066" sldId="541"/>
            <ac:picMk id="10" creationId="{5E764634-E987-9B85-270C-58C6520449A8}"/>
          </ac:picMkLst>
        </pc:picChg>
      </pc:sldChg>
      <pc:sldChg chg="addSp delSp modSp mod">
        <pc:chgData name="Lady Dayana Mahecha Ardila" userId="ffdebbef-efbf-467c-a27e-ed0fc5e2526c" providerId="ADAL" clId="{BFEAD3F1-67C6-473A-B216-3979239D7ADD}" dt="2025-10-28T17:39:07.163" v="323" actId="115"/>
        <pc:sldMkLst>
          <pc:docMk/>
          <pc:sldMk cId="1240785971" sldId="542"/>
        </pc:sldMkLst>
        <pc:spChg chg="mod">
          <ac:chgData name="Lady Dayana Mahecha Ardila" userId="ffdebbef-efbf-467c-a27e-ed0fc5e2526c" providerId="ADAL" clId="{BFEAD3F1-67C6-473A-B216-3979239D7ADD}" dt="2025-10-28T17:11:58.980" v="160" actId="20577"/>
          <ac:spMkLst>
            <pc:docMk/>
            <pc:sldMk cId="1240785971" sldId="542"/>
            <ac:spMk id="2" creationId="{4F8A7550-059D-37BD-5A99-4333BB29F70B}"/>
          </ac:spMkLst>
        </pc:spChg>
        <pc:spChg chg="mod">
          <ac:chgData name="Lady Dayana Mahecha Ardila" userId="ffdebbef-efbf-467c-a27e-ed0fc5e2526c" providerId="ADAL" clId="{BFEAD3F1-67C6-473A-B216-3979239D7ADD}" dt="2025-10-28T17:28:32.750" v="304" actId="20577"/>
          <ac:spMkLst>
            <pc:docMk/>
            <pc:sldMk cId="1240785971" sldId="542"/>
            <ac:spMk id="3" creationId="{BB6F714C-A6B0-54AE-507A-D0700714D94B}"/>
          </ac:spMkLst>
        </pc:spChg>
        <pc:spChg chg="mod">
          <ac:chgData name="Lady Dayana Mahecha Ardila" userId="ffdebbef-efbf-467c-a27e-ed0fc5e2526c" providerId="ADAL" clId="{BFEAD3F1-67C6-473A-B216-3979239D7ADD}" dt="2025-10-28T17:39:07.163" v="323" actId="115"/>
          <ac:spMkLst>
            <pc:docMk/>
            <pc:sldMk cId="1240785971" sldId="542"/>
            <ac:spMk id="4" creationId="{A8D97004-CBD5-D854-929B-2D7DE786C3D6}"/>
          </ac:spMkLst>
        </pc:spChg>
        <pc:spChg chg="add del mod">
          <ac:chgData name="Lady Dayana Mahecha Ardila" userId="ffdebbef-efbf-467c-a27e-ed0fc5e2526c" providerId="ADAL" clId="{BFEAD3F1-67C6-473A-B216-3979239D7ADD}" dt="2025-10-28T17:12:22.480" v="188"/>
          <ac:spMkLst>
            <pc:docMk/>
            <pc:sldMk cId="1240785971" sldId="542"/>
            <ac:spMk id="5" creationId="{A5866941-1300-D591-4736-CDF96BD8E28E}"/>
          </ac:spMkLst>
        </pc:spChg>
        <pc:spChg chg="add mod">
          <ac:chgData name="Lady Dayana Mahecha Ardila" userId="ffdebbef-efbf-467c-a27e-ed0fc5e2526c" providerId="ADAL" clId="{BFEAD3F1-67C6-473A-B216-3979239D7ADD}" dt="2025-10-28T17:38:19.104" v="317" actId="1076"/>
          <ac:spMkLst>
            <pc:docMk/>
            <pc:sldMk cId="1240785971" sldId="542"/>
            <ac:spMk id="5" creationId="{F4217694-35C0-E498-44B0-A520B5B59AE3}"/>
          </ac:spMkLst>
        </pc:spChg>
        <pc:spChg chg="add mod">
          <ac:chgData name="Lady Dayana Mahecha Ardila" userId="ffdebbef-efbf-467c-a27e-ed0fc5e2526c" providerId="ADAL" clId="{BFEAD3F1-67C6-473A-B216-3979239D7ADD}" dt="2025-10-28T17:25:05.446" v="240" actId="1076"/>
          <ac:spMkLst>
            <pc:docMk/>
            <pc:sldMk cId="1240785971" sldId="542"/>
            <ac:spMk id="6" creationId="{A19BAA63-109C-EAD6-745B-8E0B5EF1E300}"/>
          </ac:spMkLst>
        </pc:spChg>
      </pc:sldChg>
      <pc:sldChg chg="modSp mod">
        <pc:chgData name="Lady Dayana Mahecha Ardila" userId="ffdebbef-efbf-467c-a27e-ed0fc5e2526c" providerId="ADAL" clId="{BFEAD3F1-67C6-473A-B216-3979239D7ADD}" dt="2025-10-28T17:28:51.036" v="306" actId="20577"/>
        <pc:sldMkLst>
          <pc:docMk/>
          <pc:sldMk cId="1440781849" sldId="543"/>
        </pc:sldMkLst>
        <pc:spChg chg="mod">
          <ac:chgData name="Lady Dayana Mahecha Ardila" userId="ffdebbef-efbf-467c-a27e-ed0fc5e2526c" providerId="ADAL" clId="{BFEAD3F1-67C6-473A-B216-3979239D7ADD}" dt="2025-10-28T17:28:51.036" v="306" actId="20577"/>
          <ac:spMkLst>
            <pc:docMk/>
            <pc:sldMk cId="1440781849" sldId="543"/>
            <ac:spMk id="3" creationId="{BB6F714C-A6B0-54AE-507A-D0700714D94B}"/>
          </ac:spMkLst>
        </pc:spChg>
        <pc:spChg chg="mod">
          <ac:chgData name="Lady Dayana Mahecha Ardila" userId="ffdebbef-efbf-467c-a27e-ed0fc5e2526c" providerId="ADAL" clId="{BFEAD3F1-67C6-473A-B216-3979239D7ADD}" dt="2025-10-28T17:12:43.585" v="228" actId="14100"/>
          <ac:spMkLst>
            <pc:docMk/>
            <pc:sldMk cId="1440781849" sldId="543"/>
            <ac:spMk id="4" creationId="{8070944B-F8DF-CA6B-6F6A-5ACDB7C911BF}"/>
          </ac:spMkLst>
        </pc:spChg>
      </pc:sldChg>
      <pc:sldChg chg="new del">
        <pc:chgData name="Lady Dayana Mahecha Ardila" userId="ffdebbef-efbf-467c-a27e-ed0fc5e2526c" providerId="ADAL" clId="{BFEAD3F1-67C6-473A-B216-3979239D7ADD}" dt="2025-10-28T17:26:34.406" v="283" actId="47"/>
        <pc:sldMkLst>
          <pc:docMk/>
          <pc:sldMk cId="225757953" sldId="544"/>
        </pc:sldMkLst>
      </pc:sldChg>
      <pc:sldChg chg="new del">
        <pc:chgData name="Lady Dayana Mahecha Ardila" userId="ffdebbef-efbf-467c-a27e-ed0fc5e2526c" providerId="ADAL" clId="{BFEAD3F1-67C6-473A-B216-3979239D7ADD}" dt="2025-10-28T17:26:27.131" v="281" actId="680"/>
        <pc:sldMkLst>
          <pc:docMk/>
          <pc:sldMk cId="2162698188" sldId="544"/>
        </pc:sldMkLst>
      </pc:sldChg>
      <pc:sldMasterChg chg="delSldLayout">
        <pc:chgData name="Lady Dayana Mahecha Ardila" userId="ffdebbef-efbf-467c-a27e-ed0fc5e2526c" providerId="ADAL" clId="{BFEAD3F1-67C6-473A-B216-3979239D7ADD}" dt="2025-10-28T17:25:09.983" v="241" actId="47"/>
        <pc:sldMasterMkLst>
          <pc:docMk/>
          <pc:sldMasterMk cId="3062609403" sldId="2147483648"/>
        </pc:sldMasterMkLst>
        <pc:sldLayoutChg chg="del">
          <pc:chgData name="Lady Dayana Mahecha Ardila" userId="ffdebbef-efbf-467c-a27e-ed0fc5e2526c" providerId="ADAL" clId="{BFEAD3F1-67C6-473A-B216-3979239D7ADD}" dt="2025-10-28T17:25:09.983" v="241" actId="47"/>
          <pc:sldLayoutMkLst>
            <pc:docMk/>
            <pc:sldMasterMk cId="3062609403" sldId="2147483648"/>
            <pc:sldLayoutMk cId="3129327271" sldId="2147483676"/>
          </pc:sldLayoutMkLst>
        </pc:sldLayoutChg>
      </pc:sldMasterChg>
    </pc:docChg>
  </pc:docChgLst>
  <pc:docChgLst>
    <pc:chgData name="Lady Dayana Mahecha Ardila" userId="ffdebbef-efbf-467c-a27e-ed0fc5e2526c" providerId="ADAL" clId="{401A8A91-9815-4D8C-94F9-EF0317AED7BA}"/>
    <pc:docChg chg="undo custSel modSld">
      <pc:chgData name="Lady Dayana Mahecha Ardila" userId="ffdebbef-efbf-467c-a27e-ed0fc5e2526c" providerId="ADAL" clId="{401A8A91-9815-4D8C-94F9-EF0317AED7BA}" dt="2025-09-01T23:54:53.171" v="335" actId="14100"/>
      <pc:docMkLst>
        <pc:docMk/>
      </pc:docMkLst>
      <pc:sldChg chg="addSp delSp modSp mod">
        <pc:chgData name="Lady Dayana Mahecha Ardila" userId="ffdebbef-efbf-467c-a27e-ed0fc5e2526c" providerId="ADAL" clId="{401A8A91-9815-4D8C-94F9-EF0317AED7BA}" dt="2025-09-01T23:31:38.035" v="68" actId="1076"/>
        <pc:sldMkLst>
          <pc:docMk/>
          <pc:sldMk cId="0" sldId="257"/>
        </pc:sldMkLst>
      </pc:sldChg>
      <pc:sldChg chg="addSp modSp mod">
        <pc:chgData name="Lady Dayana Mahecha Ardila" userId="ffdebbef-efbf-467c-a27e-ed0fc5e2526c" providerId="ADAL" clId="{401A8A91-9815-4D8C-94F9-EF0317AED7BA}" dt="2025-09-01T23:46:21.637" v="276"/>
        <pc:sldMkLst>
          <pc:docMk/>
          <pc:sldMk cId="2269292441" sldId="532"/>
        </pc:sldMkLst>
      </pc:sldChg>
      <pc:sldChg chg="modSp mod">
        <pc:chgData name="Lady Dayana Mahecha Ardila" userId="ffdebbef-efbf-467c-a27e-ed0fc5e2526c" providerId="ADAL" clId="{401A8A91-9815-4D8C-94F9-EF0317AED7BA}" dt="2025-09-01T23:27:43.940" v="1" actId="20577"/>
        <pc:sldMkLst>
          <pc:docMk/>
          <pc:sldMk cId="3409726023" sldId="538"/>
        </pc:sldMkLst>
      </pc:sldChg>
      <pc:sldChg chg="addSp delSp modSp mod">
        <pc:chgData name="Lady Dayana Mahecha Ardila" userId="ffdebbef-efbf-467c-a27e-ed0fc5e2526c" providerId="ADAL" clId="{401A8A91-9815-4D8C-94F9-EF0317AED7BA}" dt="2025-09-01T23:54:53.171" v="335" actId="14100"/>
        <pc:sldMkLst>
          <pc:docMk/>
          <pc:sldMk cId="1240785971" sldId="542"/>
        </pc:sldMkLst>
      </pc:sldChg>
      <pc:sldChg chg="modSp mod">
        <pc:chgData name="Lady Dayana Mahecha Ardila" userId="ffdebbef-efbf-467c-a27e-ed0fc5e2526c" providerId="ADAL" clId="{401A8A91-9815-4D8C-94F9-EF0317AED7BA}" dt="2025-09-01T23:37:24.654" v="153" actId="6549"/>
        <pc:sldMkLst>
          <pc:docMk/>
          <pc:sldMk cId="1440781849" sldId="543"/>
        </pc:sldMkLst>
      </pc:sldChg>
    </pc:docChg>
  </pc:docChgLst>
  <pc:docChgLst>
    <pc:chgData name="Lady Dayana Mahecha Ardila" userId="ffdebbef-efbf-467c-a27e-ed0fc5e2526c" providerId="ADAL" clId="{7DF086FD-F66A-482D-9D83-3678AB92CCF7}"/>
    <pc:docChg chg="modSld">
      <pc:chgData name="Lady Dayana Mahecha Ardila" userId="ffdebbef-efbf-467c-a27e-ed0fc5e2526c" providerId="ADAL" clId="{7DF086FD-F66A-482D-9D83-3678AB92CCF7}" dt="2024-09-08T20:07:04.400" v="29"/>
      <pc:docMkLst>
        <pc:docMk/>
      </pc:docMkLst>
      <pc:sldChg chg="modSp mod">
        <pc:chgData name="Lady Dayana Mahecha Ardila" userId="ffdebbef-efbf-467c-a27e-ed0fc5e2526c" providerId="ADAL" clId="{7DF086FD-F66A-482D-9D83-3678AB92CCF7}" dt="2024-09-03T13:35:47.570" v="24" actId="255"/>
        <pc:sldMkLst>
          <pc:docMk/>
          <pc:sldMk cId="2269292441" sldId="532"/>
        </pc:sldMkLst>
      </pc:sldChg>
      <pc:sldChg chg="addSp modSp mod">
        <pc:chgData name="Lady Dayana Mahecha Ardila" userId="ffdebbef-efbf-467c-a27e-ed0fc5e2526c" providerId="ADAL" clId="{7DF086FD-F66A-482D-9D83-3678AB92CCF7}" dt="2024-09-08T20:07:04.400" v="29"/>
        <pc:sldMkLst>
          <pc:docMk/>
          <pc:sldMk cId="1440781849" sldId="543"/>
        </pc:sldMkLst>
      </pc:sldChg>
    </pc:docChg>
  </pc:docChgLst>
  <pc:docChgLst>
    <pc:chgData name="Lady Dayana Mahecha Ardila" userId="ffdebbef-efbf-467c-a27e-ed0fc5e2526c" providerId="ADAL" clId="{F9875811-6799-48E9-A4B1-4CD3FDAA1FD2}"/>
    <pc:docChg chg="custSel modSld">
      <pc:chgData name="Lady Dayana Mahecha Ardila" userId="ffdebbef-efbf-467c-a27e-ed0fc5e2526c" providerId="ADAL" clId="{F9875811-6799-48E9-A4B1-4CD3FDAA1FD2}" dt="2025-09-05T13:35:18.128" v="95" actId="1076"/>
      <pc:docMkLst>
        <pc:docMk/>
      </pc:docMkLst>
      <pc:sldChg chg="delSp modSp mod">
        <pc:chgData name="Lady Dayana Mahecha Ardila" userId="ffdebbef-efbf-467c-a27e-ed0fc5e2526c" providerId="ADAL" clId="{F9875811-6799-48E9-A4B1-4CD3FDAA1FD2}" dt="2025-09-05T13:35:18.128" v="95" actId="1076"/>
        <pc:sldMkLst>
          <pc:docMk/>
          <pc:sldMk cId="0" sldId="257"/>
        </pc:sldMkLst>
      </pc:sldChg>
      <pc:sldChg chg="addSp modSp mod">
        <pc:chgData name="Lady Dayana Mahecha Ardila" userId="ffdebbef-efbf-467c-a27e-ed0fc5e2526c" providerId="ADAL" clId="{F9875811-6799-48E9-A4B1-4CD3FDAA1FD2}" dt="2025-09-05T13:33:38.930" v="88" actId="207"/>
        <pc:sldMkLst>
          <pc:docMk/>
          <pc:sldMk cId="1864228066" sldId="541"/>
        </pc:sldMkLst>
      </pc:sldChg>
      <pc:sldChg chg="addSp delSp modSp mod">
        <pc:chgData name="Lady Dayana Mahecha Ardila" userId="ffdebbef-efbf-467c-a27e-ed0fc5e2526c" providerId="ADAL" clId="{F9875811-6799-48E9-A4B1-4CD3FDAA1FD2}" dt="2025-09-05T13:34:05.497" v="92" actId="1076"/>
        <pc:sldMkLst>
          <pc:docMk/>
          <pc:sldMk cId="1240785971" sldId="542"/>
        </pc:sldMkLst>
      </pc:sldChg>
    </pc:docChg>
  </pc:docChgLst>
  <pc:docChgLst>
    <pc:chgData name="Lady Dayana Mahecha Ardila" userId="S::lmahecha@sena.edu.co::ffdebbef-efbf-467c-a27e-ed0fc5e2526c" providerId="AD" clId="Web-{C17AB743-D7F7-9C24-8991-B9201AD62F01}"/>
    <pc:docChg chg="modSld">
      <pc:chgData name="Lady Dayana Mahecha Ardila" userId="S::lmahecha@sena.edu.co::ffdebbef-efbf-467c-a27e-ed0fc5e2526c" providerId="AD" clId="Web-{C17AB743-D7F7-9C24-8991-B9201AD62F01}" dt="2025-09-02T13:07:23.205" v="46" actId="20577"/>
      <pc:docMkLst>
        <pc:docMk/>
      </pc:docMkLst>
      <pc:sldChg chg="modSp">
        <pc:chgData name="Lady Dayana Mahecha Ardila" userId="S::lmahecha@sena.edu.co::ffdebbef-efbf-467c-a27e-ed0fc5e2526c" providerId="AD" clId="Web-{C17AB743-D7F7-9C24-8991-B9201AD62F01}" dt="2025-09-02T13:07:23.205" v="46" actId="20577"/>
        <pc:sldMkLst>
          <pc:docMk/>
          <pc:sldMk cId="1440781849" sldId="543"/>
        </pc:sldMkLst>
      </pc:sldChg>
    </pc:docChg>
  </pc:docChgLst>
  <pc:docChgLst>
    <pc:chgData name="Lady Dayana Mahecha Ardila" userId="S::lmahecha@sena.edu.co::ffdebbef-efbf-467c-a27e-ed0fc5e2526c" providerId="AD" clId="Web-{55B862E5-2CE0-88EE-1C4A-38000F947044}"/>
    <pc:docChg chg="modSld">
      <pc:chgData name="Lady Dayana Mahecha Ardila" userId="S::lmahecha@sena.edu.co::ffdebbef-efbf-467c-a27e-ed0fc5e2526c" providerId="AD" clId="Web-{55B862E5-2CE0-88EE-1C4A-38000F947044}" dt="2025-09-04T12:35:04.115" v="2" actId="14100"/>
      <pc:docMkLst>
        <pc:docMk/>
      </pc:docMkLst>
      <pc:sldChg chg="modSp">
        <pc:chgData name="Lady Dayana Mahecha Ardila" userId="S::lmahecha@sena.edu.co::ffdebbef-efbf-467c-a27e-ed0fc5e2526c" providerId="AD" clId="Web-{55B862E5-2CE0-88EE-1C4A-38000F947044}" dt="2025-09-04T12:35:04.115" v="2" actId="14100"/>
        <pc:sldMkLst>
          <pc:docMk/>
          <pc:sldMk cId="0" sldId="257"/>
        </pc:sldMkLst>
      </pc:sldChg>
    </pc:docChg>
  </pc:docChgLst>
  <pc:docChgLst>
    <pc:chgData name="Lady Dayana Mahecha Ardila" userId="ffdebbef-efbf-467c-a27e-ed0fc5e2526c" providerId="ADAL" clId="{B20B159E-D0FA-47D4-A28E-75597A75AA16}"/>
    <pc:docChg chg="modSld">
      <pc:chgData name="Lady Dayana Mahecha Ardila" userId="ffdebbef-efbf-467c-a27e-ed0fc5e2526c" providerId="ADAL" clId="{B20B159E-D0FA-47D4-A28E-75597A75AA16}" dt="2025-09-04T12:37:10.775" v="43" actId="20577"/>
      <pc:docMkLst>
        <pc:docMk/>
      </pc:docMkLst>
      <pc:sldChg chg="addSp modSp mod">
        <pc:chgData name="Lady Dayana Mahecha Ardila" userId="ffdebbef-efbf-467c-a27e-ed0fc5e2526c" providerId="ADAL" clId="{B20B159E-D0FA-47D4-A28E-75597A75AA16}" dt="2025-09-04T12:37:10.775" v="43" actId="20577"/>
        <pc:sldMkLst>
          <pc:docMk/>
          <pc:sldMk cId="0" sldId="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hyperlink" Target="https://forms.office.com/r/fHbqdsbfPh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20">
            <a:extLst>
              <a:ext uri="{FF2B5EF4-FFF2-40B4-BE49-F238E27FC236}">
                <a16:creationId xmlns:a16="http://schemas.microsoft.com/office/drawing/2014/main" id="{FEB1AD77-28C3-7E42-865B-A299EA9A12BD}"/>
              </a:ext>
            </a:extLst>
          </p:cNvPr>
          <p:cNvSpPr txBox="1"/>
          <p:nvPr/>
        </p:nvSpPr>
        <p:spPr>
          <a:xfrm>
            <a:off x="1297619" y="2397948"/>
            <a:ext cx="9738804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1" i="0" u="none" strike="noStrike" cap="none" dirty="0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Sensibilización cadena de Formación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 dirty="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2025 SENATEC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46049" y="374764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MX" sz="3600" b="1" dirty="0">
                <a:solidFill>
                  <a:prstClr val="white"/>
                </a:solidFill>
                <a:latin typeface="WORK SANS BOLD ROMAN" pitchFamily="2" charset="77"/>
              </a:rPr>
              <a:t>1. CERTIFICACIÓN PROGRAMA TÉCNICO</a:t>
            </a:r>
          </a:p>
        </p:txBody>
      </p:sp>
      <p:sp>
        <p:nvSpPr>
          <p:cNvPr id="6" name="Google Shape;210;p24">
            <a:extLst>
              <a:ext uri="{FF2B5EF4-FFF2-40B4-BE49-F238E27FC236}">
                <a16:creationId xmlns:a16="http://schemas.microsoft.com/office/drawing/2014/main" id="{00B61577-3098-EDB0-D6E5-A90F29696388}"/>
              </a:ext>
            </a:extLst>
          </p:cNvPr>
          <p:cNvSpPr/>
          <p:nvPr/>
        </p:nvSpPr>
        <p:spPr>
          <a:xfrm>
            <a:off x="176885" y="1172175"/>
            <a:ext cx="10781626" cy="83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CO" sz="2800" b="1" i="0" u="none" strike="noStrike" cap="none" dirty="0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Acorde al manual de articulación y la resolución 317 de 2021: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11;p24">
            <a:extLst>
              <a:ext uri="{FF2B5EF4-FFF2-40B4-BE49-F238E27FC236}">
                <a16:creationId xmlns:a16="http://schemas.microsoft.com/office/drawing/2014/main" id="{7C9515CA-080D-8354-DF34-08930998FE15}"/>
              </a:ext>
            </a:extLst>
          </p:cNvPr>
          <p:cNvSpPr txBox="1"/>
          <p:nvPr/>
        </p:nvSpPr>
        <p:spPr>
          <a:xfrm>
            <a:off x="10044112" y="1402823"/>
            <a:ext cx="25818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 106 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13;p24">
            <a:extLst>
              <a:ext uri="{FF2B5EF4-FFF2-40B4-BE49-F238E27FC236}">
                <a16:creationId xmlns:a16="http://schemas.microsoft.com/office/drawing/2014/main" id="{E65B5E5E-6F4F-EF10-A110-8D6012E6DD8B}"/>
              </a:ext>
            </a:extLst>
          </p:cNvPr>
          <p:cNvSpPr txBox="1"/>
          <p:nvPr/>
        </p:nvSpPr>
        <p:spPr>
          <a:xfrm>
            <a:off x="310956" y="1953636"/>
            <a:ext cx="11424807" cy="55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“Teniendo en cuenta que el proceso se hace desde una oferta especial social y es cerrada en la plataforma Sistema académico administrativo, es indispensable que el Establecimiento Educativo presente la siguiente documentación al Centro de Formación”: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14;p24">
            <a:extLst>
              <a:ext uri="{FF2B5EF4-FFF2-40B4-BE49-F238E27FC236}">
                <a16:creationId xmlns:a16="http://schemas.microsoft.com/office/drawing/2014/main" id="{C8566429-FF94-6903-2BCB-D12863D8CE0F}"/>
              </a:ext>
            </a:extLst>
          </p:cNvPr>
          <p:cNvSpPr txBox="1"/>
          <p:nvPr/>
        </p:nvSpPr>
        <p:spPr>
          <a:xfrm>
            <a:off x="4164357" y="2787297"/>
            <a:ext cx="7083465" cy="101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2800" b="1" dirty="0">
                <a:solidFill>
                  <a:srgbClr val="38AA00"/>
                </a:solidFill>
                <a:latin typeface="Aptos" panose="020B0004020202020204" pitchFamily="34" charset="0"/>
              </a:rPr>
              <a:t>A</a:t>
            </a:r>
            <a:r>
              <a:rPr lang="es-ES" sz="2800" b="1" i="0" dirty="0">
                <a:solidFill>
                  <a:srgbClr val="38AA00"/>
                </a:solidFill>
                <a:effectLst/>
                <a:latin typeface="Aptos" panose="020B0004020202020204" pitchFamily="34" charset="0"/>
              </a:rPr>
              <a:t>probación de las áreas transversales fichas de grado 11,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10DBED-670D-67F4-0676-08F3235CD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60" y="2749236"/>
            <a:ext cx="3355914" cy="323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1EB98FA-5EE5-2646-F948-49683B557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112" y="5275345"/>
            <a:ext cx="1857375" cy="14097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45E6BB3-95A3-E055-42F3-7FCF1CDFE149}"/>
              </a:ext>
            </a:extLst>
          </p:cNvPr>
          <p:cNvSpPr txBox="1"/>
          <p:nvPr/>
        </p:nvSpPr>
        <p:spPr>
          <a:xfrm>
            <a:off x="4439380" y="3878854"/>
            <a:ext cx="65334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Copia del Documento de Identidad actualizado</a:t>
            </a:r>
          </a:p>
          <a:p>
            <a:pPr marL="285750" indent="-285750">
              <a:buFontTx/>
              <a:buChar char="-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Certificado inscripción a la Agencia Pública de empleo</a:t>
            </a:r>
          </a:p>
          <a:p>
            <a:pPr marL="285750" indent="-285750">
              <a:buFontTx/>
              <a:buChar char="-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Formato planeación, seguimiento y evaluación etapa productiva GFPI-F-023</a:t>
            </a:r>
            <a:r>
              <a:rPr lang="es-CO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</a:t>
            </a:r>
          </a:p>
          <a:p>
            <a:pPr marL="285750" indent="-285750">
              <a:buFontTx/>
              <a:buChar char="-"/>
            </a:pPr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CC8480-D22C-2F59-4FB3-55A167552270}"/>
              </a:ext>
            </a:extLst>
          </p:cNvPr>
          <p:cNvSpPr txBox="1"/>
          <p:nvPr/>
        </p:nvSpPr>
        <p:spPr>
          <a:xfrm>
            <a:off x="418551" y="6260540"/>
            <a:ext cx="7532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https://youtu.be/6bhNC6UbQB8</a:t>
            </a:r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62C3FAF0-74C4-281E-945C-571850245A63}"/>
              </a:ext>
            </a:extLst>
          </p:cNvPr>
          <p:cNvSpPr txBox="1">
            <a:spLocks/>
          </p:cNvSpPr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  <a:defRPr/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3. P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Calibri"/>
              </a:rPr>
              <a:t>ROGRAMAS EQUIVALESTES CADENA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lvl="0" algn="ctr">
              <a:spcAft>
                <a:spcPts val="600"/>
              </a:spcAft>
              <a:defRPr/>
            </a:pP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FAB778E-BC2C-32EC-F9CC-1C25E38D7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247911"/>
              </p:ext>
            </p:extLst>
          </p:nvPr>
        </p:nvGraphicFramePr>
        <p:xfrm>
          <a:off x="643467" y="1839959"/>
          <a:ext cx="10905067" cy="417357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508046">
                  <a:extLst>
                    <a:ext uri="{9D8B030D-6E8A-4147-A177-3AD203B41FA5}">
                      <a16:colId xmlns:a16="http://schemas.microsoft.com/office/drawing/2014/main" val="2580128551"/>
                    </a:ext>
                  </a:extLst>
                </a:gridCol>
                <a:gridCol w="7397021">
                  <a:extLst>
                    <a:ext uri="{9D8B030D-6E8A-4147-A177-3AD203B41FA5}">
                      <a16:colId xmlns:a16="http://schemas.microsoft.com/office/drawing/2014/main" val="955338755"/>
                    </a:ext>
                  </a:extLst>
                </a:gridCol>
              </a:tblGrid>
              <a:tr h="2698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400" b="1" u="none" strike="noStrike" dirty="0">
                          <a:effectLst/>
                        </a:rPr>
                        <a:t>Técnico Realizado 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2400" b="1" u="none" strike="noStrike" dirty="0">
                          <a:effectLst/>
                        </a:rPr>
                        <a:t>Tecnólogo Equivalente </a:t>
                      </a:r>
                      <a:endParaRPr lang="es-CO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950" marR="12950" marT="12950" marB="0" anchor="ctr"/>
                </a:tc>
                <a:extLst>
                  <a:ext uri="{0D108BD9-81ED-4DB2-BD59-A6C34878D82A}">
                    <a16:rowId xmlns:a16="http://schemas.microsoft.com/office/drawing/2014/main" val="2066764542"/>
                  </a:ext>
                </a:extLst>
              </a:tr>
              <a:tr h="5185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500" u="none" strike="noStrike">
                          <a:effectLst/>
                        </a:rPr>
                        <a:t>Integración de Contenidos Digitales </a:t>
                      </a:r>
                      <a:endParaRPr lang="es-CO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 dirty="0">
                          <a:effectLst/>
                        </a:rPr>
                        <a:t>Producción Multimedia (No está siendo ofertado actualmente - Se encuentra en proceso de registro calificado)</a:t>
                      </a:r>
                      <a:endParaRPr lang="es-MX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extLst>
                  <a:ext uri="{0D108BD9-81ED-4DB2-BD59-A6C34878D82A}">
                    <a16:rowId xmlns:a16="http://schemas.microsoft.com/office/drawing/2014/main" val="201015126"/>
                  </a:ext>
                </a:extLst>
              </a:tr>
              <a:tr h="974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Mantenimiento de Equipo de Computo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Implementación de redes y Servicios de Telecomunicaciones</a:t>
                      </a:r>
                      <a:br>
                        <a:rPr lang="es-MX" sz="1500" u="none" strike="noStrike">
                          <a:effectLst/>
                        </a:rPr>
                      </a:br>
                      <a:r>
                        <a:rPr lang="es-MX" sz="1500" u="none" strike="noStrike">
                          <a:effectLst/>
                        </a:rPr>
                        <a:t>Gestión de Redes de datos</a:t>
                      </a:r>
                      <a:br>
                        <a:rPr lang="es-MX" sz="1500" u="none" strike="noStrike">
                          <a:effectLst/>
                        </a:rPr>
                      </a:br>
                      <a:r>
                        <a:rPr lang="es-MX" sz="1500" u="none" strike="noStrike">
                          <a:effectLst/>
                        </a:rPr>
                        <a:t>Implementación de infraestructura de tecnologías de la información y las comunicaciones.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b"/>
                </a:tc>
                <a:extLst>
                  <a:ext uri="{0D108BD9-81ED-4DB2-BD59-A6C34878D82A}">
                    <a16:rowId xmlns:a16="http://schemas.microsoft.com/office/drawing/2014/main" val="2821069114"/>
                  </a:ext>
                </a:extLst>
              </a:tr>
              <a:tr h="5185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Programación de aplicaciones para dispositivos móviles 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Análisis y Desarrollo de Software (Se debe hacer análisis de competencias con reconocimiento de aprendizajes previos)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b"/>
                </a:tc>
                <a:extLst>
                  <a:ext uri="{0D108BD9-81ED-4DB2-BD59-A6C34878D82A}">
                    <a16:rowId xmlns:a16="http://schemas.microsoft.com/office/drawing/2014/main" val="1594125432"/>
                  </a:ext>
                </a:extLst>
              </a:tr>
              <a:tr h="2905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500" u="none" strike="noStrike">
                          <a:effectLst/>
                        </a:rPr>
                        <a:t>Programación de Software </a:t>
                      </a:r>
                      <a:endParaRPr lang="es-CO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Análisis y Desarrollo de Software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extLst>
                  <a:ext uri="{0D108BD9-81ED-4DB2-BD59-A6C34878D82A}">
                    <a16:rowId xmlns:a16="http://schemas.microsoft.com/office/drawing/2014/main" val="4022438707"/>
                  </a:ext>
                </a:extLst>
              </a:tr>
              <a:tr h="974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500" u="none" strike="noStrike">
                          <a:effectLst/>
                        </a:rPr>
                        <a:t>Sistemas Teleinformáticos </a:t>
                      </a:r>
                      <a:endParaRPr lang="es-CO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Implementación de redes y Servicios de Telecomunicaciones</a:t>
                      </a:r>
                      <a:br>
                        <a:rPr lang="es-MX" sz="1500" u="none" strike="noStrike">
                          <a:effectLst/>
                        </a:rPr>
                      </a:br>
                      <a:r>
                        <a:rPr lang="es-MX" sz="1500" u="none" strike="noStrike">
                          <a:effectLst/>
                        </a:rPr>
                        <a:t>Gestión de Redes de datos</a:t>
                      </a:r>
                      <a:br>
                        <a:rPr lang="es-MX" sz="1500" u="none" strike="noStrike">
                          <a:effectLst/>
                        </a:rPr>
                      </a:br>
                      <a:r>
                        <a:rPr lang="es-MX" sz="1500" u="none" strike="noStrike">
                          <a:effectLst/>
                        </a:rPr>
                        <a:t>Implementación de infraestructura de tecnologías de la información y las comunicaciones.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b"/>
                </a:tc>
                <a:extLst>
                  <a:ext uri="{0D108BD9-81ED-4DB2-BD59-A6C34878D82A}">
                    <a16:rowId xmlns:a16="http://schemas.microsoft.com/office/drawing/2014/main" val="2239467542"/>
                  </a:ext>
                </a:extLst>
              </a:tr>
              <a:tr h="5185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>
                          <a:effectLst/>
                        </a:rPr>
                        <a:t>Programación para analítica de datos </a:t>
                      </a:r>
                      <a:endParaRPr lang="es-MX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1500" u="none" strike="noStrike" dirty="0">
                          <a:effectLst/>
                        </a:rPr>
                        <a:t>Gestión para Analítica de Datos   (No está siendo ofertado actualmente - Se encuentra en proceso de registro calificado)</a:t>
                      </a:r>
                      <a:endParaRPr lang="es-MX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950" marR="12950" marT="12950" marB="0" anchor="ctr"/>
                </a:tc>
                <a:extLst>
                  <a:ext uri="{0D108BD9-81ED-4DB2-BD59-A6C34878D82A}">
                    <a16:rowId xmlns:a16="http://schemas.microsoft.com/office/drawing/2014/main" val="4210334729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5E764634-E987-9B85-270C-58C652044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268446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51D0CCC-F32B-852A-AC80-E60BB40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2740"/>
            <a:ext cx="10515600" cy="1325563"/>
          </a:xfrm>
        </p:spPr>
        <p:txBody>
          <a:bodyPr/>
          <a:lstStyle/>
          <a:p>
            <a:r>
              <a:rPr lang="es-CO" sz="3600" b="1" dirty="0">
                <a:solidFill>
                  <a:prstClr val="white"/>
                </a:solidFill>
                <a:latin typeface="WORK SANS BOLD ROMAN" pitchFamily="2" charset="77"/>
              </a:rPr>
              <a:t>2. PROGRAMAS DE EQUIVALENCIA</a:t>
            </a:r>
          </a:p>
        </p:txBody>
      </p:sp>
    </p:spTree>
    <p:extLst>
      <p:ext uri="{BB962C8B-B14F-4D97-AF65-F5344CB8AC3E}">
        <p14:creationId xmlns:p14="http://schemas.microsoft.com/office/powerpoint/2010/main" val="186422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10704571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tabLst/>
              <a:defRPr/>
            </a:pPr>
            <a:r>
              <a:rPr lang="es-MX" sz="3600" b="1" dirty="0">
                <a:solidFill>
                  <a:prstClr val="white"/>
                </a:solidFill>
                <a:latin typeface="WORK SANS BOLD ROMAN" pitchFamily="2" charset="77"/>
              </a:rPr>
              <a:t>3. </a:t>
            </a:r>
            <a:r>
              <a:rPr lang="es-ES" sz="3600" b="1" dirty="0">
                <a:solidFill>
                  <a:schemeClr val="bg1"/>
                </a:solidFill>
                <a:latin typeface="WORK SANS BOLD ROMAN" pitchFamily="2" charset="77"/>
                <a:sym typeface="Calibri"/>
              </a:rPr>
              <a:t>Requisitos y fechas de entrega de documentación.</a:t>
            </a:r>
          </a:p>
          <a:p>
            <a:pPr lvl="0">
              <a:defRPr/>
            </a:pPr>
            <a:r>
              <a:rPr lang="es-MX" sz="3600" b="1" dirty="0">
                <a:solidFill>
                  <a:prstClr val="white"/>
                </a:solidFill>
                <a:latin typeface="WORK SANS BOLD ROMAN" pitchFamily="2" charset="77"/>
              </a:rPr>
              <a:t> </a:t>
            </a:r>
          </a:p>
        </p:txBody>
      </p:sp>
      <p:sp>
        <p:nvSpPr>
          <p:cNvPr id="2" name="Google Shape;198;p23">
            <a:extLst>
              <a:ext uri="{FF2B5EF4-FFF2-40B4-BE49-F238E27FC236}">
                <a16:creationId xmlns:a16="http://schemas.microsoft.com/office/drawing/2014/main" id="{4F8A7550-059D-37BD-5A99-4333BB29F70B}"/>
              </a:ext>
            </a:extLst>
          </p:cNvPr>
          <p:cNvSpPr txBox="1"/>
          <p:nvPr/>
        </p:nvSpPr>
        <p:spPr>
          <a:xfrm>
            <a:off x="1055296" y="1471471"/>
            <a:ext cx="822724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</a:pPr>
            <a:r>
              <a:rPr lang="es-CO" sz="2400" b="1" i="0" u="none" strike="noStrike" cap="none" dirty="0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Diligenciar Formulario:</a:t>
            </a:r>
            <a:endParaRPr sz="1400" b="1" dirty="0">
              <a:solidFill>
                <a:srgbClr val="000000"/>
              </a:solidFill>
              <a:latin typeface="Calibri"/>
              <a:cs typeface="Calibri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CO" sz="2400" b="1" dirty="0">
                <a:solidFill>
                  <a:srgbClr val="3F3F3F"/>
                </a:solidFill>
                <a:latin typeface="Josefin Sans"/>
                <a:ea typeface="Calibri"/>
                <a:cs typeface="Calibri"/>
                <a:sym typeface="Josefin Sans"/>
              </a:rPr>
              <a:t>	</a:t>
            </a:r>
            <a:r>
              <a:rPr lang="es-CO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O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01 de noviembre y a</a:t>
            </a:r>
            <a:r>
              <a:rPr lang="es-CO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ntes del 20 de noviembre  (Formulario 	encuesta con intensión de continuidad en la tecnología)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99;p23">
            <a:extLst>
              <a:ext uri="{FF2B5EF4-FFF2-40B4-BE49-F238E27FC236}">
                <a16:creationId xmlns:a16="http://schemas.microsoft.com/office/drawing/2014/main" id="{A8D97004-CBD5-D854-929B-2D7DE786C3D6}"/>
              </a:ext>
            </a:extLst>
          </p:cNvPr>
          <p:cNvSpPr txBox="1"/>
          <p:nvPr/>
        </p:nvSpPr>
        <p:spPr>
          <a:xfrm>
            <a:off x="1717922" y="5386529"/>
            <a:ext cx="597659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400" b="1" dirty="0">
                <a:solidFill>
                  <a:srgbClr val="3F3F3F"/>
                </a:solidFill>
                <a:latin typeface="Josefin Sans"/>
                <a:sym typeface="Calibri"/>
              </a:rPr>
              <a:t>Indicando el programa nivel Tecnólogo </a:t>
            </a:r>
            <a:r>
              <a:rPr lang="es-CO" sz="2400" b="1" u="sng" dirty="0">
                <a:solidFill>
                  <a:srgbClr val="3F3F3F"/>
                </a:solidFill>
                <a:latin typeface="Josefin Sans"/>
                <a:sym typeface="Calibri"/>
              </a:rPr>
              <a:t>“según la equivalencia”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2;p23">
            <a:extLst>
              <a:ext uri="{FF2B5EF4-FFF2-40B4-BE49-F238E27FC236}">
                <a16:creationId xmlns:a16="http://schemas.microsoft.com/office/drawing/2014/main" id="{C410A503-8393-BA7E-386B-FAC9C80B70E1}"/>
              </a:ext>
            </a:extLst>
          </p:cNvPr>
          <p:cNvSpPr txBox="1"/>
          <p:nvPr/>
        </p:nvSpPr>
        <p:spPr>
          <a:xfrm>
            <a:off x="560742" y="1340647"/>
            <a:ext cx="9891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4B0C"/>
              </a:buClr>
              <a:buSzPts val="4000"/>
              <a:buFont typeface="Josefin Sans"/>
              <a:buNone/>
            </a:pPr>
            <a:r>
              <a:rPr lang="es-CO" sz="4000" b="1">
                <a:solidFill>
                  <a:srgbClr val="548135"/>
                </a:solidFill>
                <a:latin typeface="Josefin Sans"/>
                <a:ea typeface="Josefin Sans"/>
                <a:cs typeface="Josefin Sans"/>
                <a:sym typeface="Josefin Sans"/>
              </a:rPr>
              <a:t>1</a:t>
            </a:r>
            <a:r>
              <a:rPr lang="es-CO" sz="4000" b="1" i="0" u="none" strike="noStrike" cap="none">
                <a:solidFill>
                  <a:srgbClr val="548135"/>
                </a:solidFill>
                <a:latin typeface="Josefin Sans"/>
                <a:ea typeface="Josefin Sans"/>
                <a:cs typeface="Josefin Sans"/>
                <a:sym typeface="Josefin Sans"/>
              </a:rPr>
              <a:t>.</a:t>
            </a:r>
            <a:endParaRPr sz="1400" b="0" i="0" u="none" strike="noStrike" cap="non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ráfico 6" descr="CheckList con relleno sólido">
            <a:extLst>
              <a:ext uri="{FF2B5EF4-FFF2-40B4-BE49-F238E27FC236}">
                <a16:creationId xmlns:a16="http://schemas.microsoft.com/office/drawing/2014/main" id="{E17680D8-2450-6115-D14E-959ACD958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1627" y="2247208"/>
            <a:ext cx="3139321" cy="3139321"/>
          </a:xfrm>
          <a:prstGeom prst="rect">
            <a:avLst/>
          </a:prstGeom>
        </p:spPr>
      </p:pic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A19BAA63-109C-EAD6-745B-8E0B5EF1E300}"/>
              </a:ext>
            </a:extLst>
          </p:cNvPr>
          <p:cNvSpPr/>
          <p:nvPr/>
        </p:nvSpPr>
        <p:spPr>
          <a:xfrm>
            <a:off x="4308982" y="3180387"/>
            <a:ext cx="794479" cy="9743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217694-35C0-E498-44B0-A520B5B59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26" y="47368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CADENA DE FORMACIÓN PROYECTO SENATEC: Rellenar formulario</a:t>
            </a: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85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10704571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67"/>
              <a:buFont typeface="Arial"/>
              <a:buNone/>
              <a:tabLst/>
              <a:defRPr/>
            </a:pPr>
            <a:r>
              <a:rPr lang="es-MX" sz="3600" b="1" dirty="0">
                <a:solidFill>
                  <a:prstClr val="white"/>
                </a:solidFill>
                <a:latin typeface="WORK SANS BOLD ROMAN" pitchFamily="2" charset="77"/>
              </a:rPr>
              <a:t>3. </a:t>
            </a:r>
            <a:r>
              <a:rPr lang="es-ES" sz="3600" b="1" dirty="0">
                <a:solidFill>
                  <a:schemeClr val="bg1"/>
                </a:solidFill>
                <a:latin typeface="WORK SANS BOLD ROMAN" pitchFamily="2" charset="77"/>
                <a:sym typeface="Calibri"/>
              </a:rPr>
              <a:t>Requisitos y fechas de entrega de documentación.</a:t>
            </a:r>
          </a:p>
          <a:p>
            <a:pPr lvl="0">
              <a:defRPr/>
            </a:pPr>
            <a:r>
              <a:rPr lang="es-MX" sz="3600" b="1" dirty="0">
                <a:solidFill>
                  <a:prstClr val="white"/>
                </a:solidFill>
                <a:latin typeface="WORK SANS BOLD ROMAN" pitchFamily="2" charset="77"/>
              </a:rPr>
              <a:t> </a:t>
            </a:r>
          </a:p>
        </p:txBody>
      </p:sp>
      <p:sp>
        <p:nvSpPr>
          <p:cNvPr id="6" name="Google Shape;200;p23">
            <a:extLst>
              <a:ext uri="{FF2B5EF4-FFF2-40B4-BE49-F238E27FC236}">
                <a16:creationId xmlns:a16="http://schemas.microsoft.com/office/drawing/2014/main" id="{C0ADCAA4-A427-047E-6321-F0F676102DDD}"/>
              </a:ext>
            </a:extLst>
          </p:cNvPr>
          <p:cNvSpPr txBox="1"/>
          <p:nvPr/>
        </p:nvSpPr>
        <p:spPr>
          <a:xfrm>
            <a:off x="2128973" y="1727414"/>
            <a:ext cx="70836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1" i="0" u="none" strike="noStrike" cap="none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Carpeta con los siguientes documentos: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1;p23">
            <a:extLst>
              <a:ext uri="{FF2B5EF4-FFF2-40B4-BE49-F238E27FC236}">
                <a16:creationId xmlns:a16="http://schemas.microsoft.com/office/drawing/2014/main" id="{70197BC1-1656-DC94-BA16-D32A2CDEB9C1}"/>
              </a:ext>
            </a:extLst>
          </p:cNvPr>
          <p:cNvSpPr txBox="1"/>
          <p:nvPr/>
        </p:nvSpPr>
        <p:spPr>
          <a:xfrm>
            <a:off x="2128973" y="4630457"/>
            <a:ext cx="7659169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15000"/>
              </a:lnSpc>
              <a:buClr>
                <a:srgbClr val="000000"/>
              </a:buClr>
              <a:buSzPts val="2800"/>
            </a:pPr>
            <a:r>
              <a:rPr lang="es-CO" sz="2800" b="1" i="0" u="none" strike="noStrike" cap="none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Entregar documentos en </a:t>
            </a:r>
            <a:r>
              <a:rPr lang="es-CO" sz="2800" b="1">
                <a:solidFill>
                  <a:srgbClr val="3F3F3F"/>
                </a:solidFill>
                <a:latin typeface="Josefin Sans"/>
                <a:ea typeface="Josefin Sans"/>
                <a:cs typeface="Josefin Sans"/>
                <a:sym typeface="Josefin Sans"/>
              </a:rPr>
              <a:t>complejo Sur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02;p23">
            <a:extLst>
              <a:ext uri="{FF2B5EF4-FFF2-40B4-BE49-F238E27FC236}">
                <a16:creationId xmlns:a16="http://schemas.microsoft.com/office/drawing/2014/main" id="{5B0CE00C-45BF-9A4E-494D-E620816E05BF}"/>
              </a:ext>
            </a:extLst>
          </p:cNvPr>
          <p:cNvSpPr txBox="1"/>
          <p:nvPr/>
        </p:nvSpPr>
        <p:spPr>
          <a:xfrm>
            <a:off x="1317318" y="1462754"/>
            <a:ext cx="9891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4B0C"/>
              </a:buClr>
              <a:buSzPts val="4000"/>
              <a:buFont typeface="Josefin Sans"/>
              <a:buNone/>
            </a:pPr>
            <a:r>
              <a:rPr lang="es-CO" sz="4000" b="1" i="0" u="none" strike="noStrike" cap="none">
                <a:solidFill>
                  <a:srgbClr val="548135"/>
                </a:solidFill>
                <a:latin typeface="Josefin Sans"/>
                <a:ea typeface="Josefin Sans"/>
                <a:cs typeface="Josefin Sans"/>
                <a:sym typeface="Josefin Sans"/>
              </a:rPr>
              <a:t>2.</a:t>
            </a:r>
            <a:endParaRPr sz="1400" b="0" i="0" u="none" strike="noStrike" cap="non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03;p23">
            <a:extLst>
              <a:ext uri="{FF2B5EF4-FFF2-40B4-BE49-F238E27FC236}">
                <a16:creationId xmlns:a16="http://schemas.microsoft.com/office/drawing/2014/main" id="{E73FDE92-2057-5307-3771-5843543E1CE5}"/>
              </a:ext>
            </a:extLst>
          </p:cNvPr>
          <p:cNvSpPr txBox="1"/>
          <p:nvPr/>
        </p:nvSpPr>
        <p:spPr>
          <a:xfrm>
            <a:off x="1317318" y="4634601"/>
            <a:ext cx="98910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4B0C"/>
              </a:buClr>
              <a:buSzPts val="4000"/>
              <a:buFont typeface="Josefin Sans"/>
              <a:buNone/>
            </a:pPr>
            <a:r>
              <a:rPr lang="es-CO" sz="4000" b="1" i="0" u="none" strike="noStrike" cap="none">
                <a:solidFill>
                  <a:srgbClr val="548135"/>
                </a:solidFill>
                <a:latin typeface="Josefin Sans"/>
                <a:ea typeface="Josefin Sans"/>
                <a:cs typeface="Josefin Sans"/>
                <a:sym typeface="Josefin Sans"/>
              </a:rPr>
              <a:t>3.</a:t>
            </a:r>
            <a:endParaRPr sz="1400" b="0" i="0" u="none" strike="noStrike" cap="non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00;p23">
            <a:extLst>
              <a:ext uri="{FF2B5EF4-FFF2-40B4-BE49-F238E27FC236}">
                <a16:creationId xmlns:a16="http://schemas.microsoft.com/office/drawing/2014/main" id="{C7AD0800-F7B9-FC2E-54B8-12796B7234AF}"/>
              </a:ext>
            </a:extLst>
          </p:cNvPr>
          <p:cNvSpPr txBox="1"/>
          <p:nvPr/>
        </p:nvSpPr>
        <p:spPr>
          <a:xfrm>
            <a:off x="1987900" y="2235225"/>
            <a:ext cx="70836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Compromiso del aprendiz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Fotocopia del documento de identidad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es menor de edad, formato de tratamiento de datos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MX" sz="1600" b="1">
                <a:solidFill>
                  <a:srgbClr val="000000"/>
                </a:solidFill>
                <a:latin typeface="Calibri"/>
                <a:cs typeface="Calibri"/>
              </a:rPr>
              <a:t>Si es menor de edad, copia del documento de identidad de tu acudiente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endParaRPr lang="es-MX"/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Diploma de Bachiller o acta de grado</a:t>
            </a:r>
            <a:endParaRPr sz="1600" b="1" i="0" u="none" strike="noStrike" cap="non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Resultados prueba del ICFES saber 11</a:t>
            </a:r>
            <a:endParaRPr sz="1600" b="1" i="0" u="none" strike="noStrike" cap="non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Certificado del programa técnico</a:t>
            </a:r>
            <a:endParaRPr sz="1600" b="1" i="0" u="none" strike="noStrike" cap="non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CO" sz="1600" b="1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Certificado de afiliación al sistema de seguridad social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70944B-F8DF-CA6B-6F6A-5ACDB7C911BF}"/>
              </a:ext>
            </a:extLst>
          </p:cNvPr>
          <p:cNvSpPr txBox="1"/>
          <p:nvPr/>
        </p:nvSpPr>
        <p:spPr>
          <a:xfrm>
            <a:off x="1987900" y="5395246"/>
            <a:ext cx="95095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spcBef>
                <a:spcPts val="1000"/>
              </a:spcBef>
              <a:buClr>
                <a:srgbClr val="000000"/>
              </a:buClr>
              <a:buSzPts val="1600"/>
              <a:buFont typeface="Calibri"/>
              <a:buChar char="-"/>
            </a:pPr>
            <a:r>
              <a:rPr lang="es-MX" b="1" dirty="0">
                <a:solidFill>
                  <a:srgbClr val="000000"/>
                </a:solidFill>
                <a:latin typeface="Calibri"/>
                <a:cs typeface="Calibri"/>
                <a:sym typeface="Calibri"/>
              </a:rPr>
              <a:t>Del 9 al 10 de Diciembre de 2025, de manera presencial (Según citación correo electrónico)</a:t>
            </a:r>
            <a:endParaRPr lang="es-MX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0781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416</Words>
  <Application>Microsoft Office PowerPoint</Application>
  <PresentationFormat>Panorámica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Aptos Narrow</vt:lpstr>
      <vt:lpstr>Arial</vt:lpstr>
      <vt:lpstr>Calibri</vt:lpstr>
      <vt:lpstr>Calibri Light</vt:lpstr>
      <vt:lpstr>Josefin Sans</vt:lpstr>
      <vt:lpstr>WORK SANS BOLD ROMAN</vt:lpstr>
      <vt:lpstr>Tema de Office</vt:lpstr>
      <vt:lpstr>Presentación de PowerPoint</vt:lpstr>
      <vt:lpstr>Presentación de PowerPoint</vt:lpstr>
      <vt:lpstr>2. PROGRAMAS DE EQUIVALENCIA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Lady Dayana Mahecha Ardila</cp:lastModifiedBy>
  <cp:revision>1</cp:revision>
  <dcterms:created xsi:type="dcterms:W3CDTF">2020-10-01T23:51:28Z</dcterms:created>
  <dcterms:modified xsi:type="dcterms:W3CDTF">2025-10-28T17:40:43Z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2024-12-12T16:50:59Z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2225f1bd-c2de-4067-9fb3-402525058b82</vt:lpwstr>
  </property>
  <property fmtid="{D5CDD505-2E9C-101B-9397-08002B2CF9AE}" pid="8" name="MSIP_Label_fc111285-cafa-4fc9-8a9a-bd902089b24f_ContentBits">
    <vt:lpwstr>0</vt:lpwstr>
  </property>
</Properties>
</file>